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AutoText2SQL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Автоматизированное создание Text2SQL-инструментов под конкретную БД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разведки схемы до production-сервиса в одном CLI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DeepPavlov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Универсальные Text2SQL не знают вашу БД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Text2SQL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Обучены на BIRD / Spider / WikiSQL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знают конкретную пользовательскую БД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Галлюцинируют имена колонок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Неправильные JOIN-связи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Игнорируют domain-специфику (форматы дат, бизнес-правила)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Альтернатива: FT под каждую БД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Дни-недели ручной разметки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Требуются экспертные SQL-разработчики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каждую новую БД — заново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масштабируется на 10+ БД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способ автоматически адаптировать Text2SQL под произвольную БД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Автономный пайплайн: 5 стадий, ни одного ручного шага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544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DB metadata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1938528" y="2011680"/>
            <a:ext cx="128016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463040"/>
            <a:ext cx="15544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6272" y="15544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84832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templates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3657600" y="2011680"/>
            <a:ext cx="128016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1463040"/>
            <a:ext cx="15544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95344" y="15544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344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03904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03904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filter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5376672" y="2011680"/>
            <a:ext cx="128016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2976" y="1463040"/>
            <a:ext cx="15544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5544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22976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22976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Qwen-7B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rot="5400000">
            <a:off x="7095744" y="2011680"/>
            <a:ext cx="128016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2048" y="1463040"/>
            <a:ext cx="15544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3488" y="15544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3488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42048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42048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 MCP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postgresql://...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LoRA-адаптер + MCP-сервис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минут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от URL базы до работающего сервиса. Идемпотентно, артефакты на диске, независимый дебаг.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модулей, ~5000 строк, 35 unit-тестов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profiler/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DBConnector, SchemaExtractor, StatsCollector, SampleCollector — вычитка метаданных PG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5920"/>
            <a:ext cx="73152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LLMSyntheticGenerator + TemplateSyntheticGenerator (25 шаблонов) — генерация Q-SQL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73152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synth/Validator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240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(sqlglot) + Whitelist (SELECT) + Execute на реальной БД + опц. LLM-judge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73152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2834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DatasetBuilder (chat-format JSONL) + notebook_generator (Colab template)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29000"/>
            <a:ext cx="73152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429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Dockerfile.vllm + LoRA hot-swap + Text2SQLClient SDK + QueryLogger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23360"/>
            <a:ext cx="73152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4023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HealCollector (failed.jsonl → дедуп) + HealSQLGenerator (GPT-4 корректор)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Артефакты передаются через файлы на диске → идемпотентность, возобновляемость, независимый дебаг каждой стадии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1: Profiler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знаем про БД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Собираемые метаданные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Структура: таблицы, колонки, типы, FK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numeric: min / max / avg / median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categorical: top-5 значений + частоты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min / max диапазон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Sample-rows: 3 реальные строки / таблица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Low-cardinality (enum) — полный список значений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profile.json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788920"/>
          </a:xfrm>
          <a:prstGeom prst="rect">
            <a:avLst/>
          </a:prstGeom>
          <a:solidFill>
            <a:srgbClr val="131A47"/>
          </a:solidFill>
          <a:ln w="12700">
            <a:solidFill>
              <a:srgbClr val="131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087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"schema_str": "TABLE cards\n  id BIGINT PK\n  artist TEXT 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"relationships_str": "cards.uuid → foreign_data.uuid"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"column_stats_str":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"cards.artist: 252 distinct,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top=[John Avon:1128, Kev Walker:997]"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"sample_rows": {"cards": [{...}, {...}, {...}]}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"low_cardinality_values":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{"cards.bordercolor":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["black","white","gold","silver"]}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"complexity_score": 27.82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card_games (115 колонок) → profile.json за ~30 секунд / ~120 SELECT-ов к системным таблицам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2: Генерация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пути — стабильность + разнообразие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38328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generator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SQL-шаблонов разной сложности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валидный SQL — нет галлюцинаций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— без API-вызовов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Категории: lookup, count, top-N, JOIN, GROUP BY, CTE, window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Подставляет реальные имена и значения из profile.json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38328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4o / 4.1 / codex-mini как teacher-модели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Естественные natural-language вопросы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Сложные SQL: CTE, окна, подзапросы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language: ru / en (train==inference invariant)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Стоит денег, требует execution-валидации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 оба источника параллельно — Template даёт фундамент, LLM — разнообразие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3: Валидация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ошибочных примеров в три уровня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 разбирает SQL как PostgreSQL. Отсев синтаксических ошибок.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SELECT. Запрет DROP / DELETE / UPDATE / TRUNCATE.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151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5237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8437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Выполнение на реальной БД. Должен вернуть ≥1 строку, без ошибок.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236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5570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Опц. GPT-4 проверяет семантическое соответствие question↔SQL.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фильтр: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raw → 468 passed (93%)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reasons: sql_error=23, too_few_rows=11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4: Fine-tuning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LoRA-адаптеры на Qwen2.5-Coder-7B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Qwen2.5-Coder-7B-Instruct (4-bit)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× grad_accum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max_seq_length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modules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q/k/v/o/gate/up/down_proj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A100 40GB (Colab)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 ~2×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051560"/>
            <a:ext cx="3200400" cy="338328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1051560"/>
            <a:ext cx="73152" cy="3383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инвариант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== inference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19202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промпт со схемой БД ≈ 10 000 токенов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контексте 4096 ответ обрезался — модель не училась SQL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Подняли до 12288 — обучение работает корректно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отключён в trainer — OOM-фикс (val активации без чекпойнтинга)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минут на одну модель × 5 генераторов = ~3.5 часа на полный эксперимент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5: Production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адаптера к работающему сервису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в Docker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hot-swap без merge; экономия диска; быстрая загрузка адаптеров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 (FastMCP)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AI-агентами (Claude, GPT) через Model Control Protocol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02336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Text2SQLClient(api_url).query(question) → {sql, results}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240280"/>
            <a:ext cx="402336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24028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QueryLogger middleware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queries.jsonl + failed.jsonl — основа для self-healing цикла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402336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8328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Hot-start через profile.json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 ms вместо 30+ секунд (нет повторного чтения схемы)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383280"/>
            <a:ext cx="402336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38328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loop (heal/)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794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failed.jsonl → GPT-4 корректор → corrections.jsonl → retraining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модель-генератор синтетики работает лучше всего?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114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card_games (6 таблиц, 115 колонок)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 card_games 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реальный вопрос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sets (set equality)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Qwen-Coder-7B (4-bit)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500–1000 пар / эксп.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генераторов синтетики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gpt-4.1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gpt-4o-mini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3931920" cy="3657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gpt-5.1-codex-mini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code-spec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gpt-4.1-mini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3291840"/>
            <a:ext cx="3931920" cy="36576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gpt-4.1-nano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0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бюджетный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вопрос: нужна ли сильная и дорогая LLM для генерации синтетики?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итерации: RU → RU+EN → EN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Генератор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Эксп. 1 (RU)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Эксп. 2 (RU+EN)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Эксп. 3 (EN)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(без 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gpt-5.1-codex-mini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gpt-4.1-nano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B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отсчёта (classical FT на полном BIRD train):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Эксп. 2 / gpt-4.1 =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39.4%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(обходит при 10× меньше данных, без человеческой разметки)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выводы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наблюдений из трёх итераций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Сравнялись с classical full-BIRD 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441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Эксп. 2 / gpt-4.1 (39.4%) ≈ classical FT (38.7%) при 10× меньше данных и без разметки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76479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Языковой инвариант train↔test критичен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057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Эксп. 1 → 2: добавление EN-синтетики дало +17 п.п. для gpt-4.1 (с 22.6% до 39.4%)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47802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в инференсе — мощный самостоятельный рычаг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7706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без FT: 19.4% → 32.3% (+12.9 п.п.) только от правильной подачи подсказок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19125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генератора важна, но нелинейно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4838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сильном baseline дешёвая nano парадоксально лучшая (35.5%) — её SQL ближе к BIRD-стилю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9044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Эксп. 1 — методологическая находка, не failure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19709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Зафиксировали языковой рассинхрон как явление и устранили в Эксп.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classical full-BIRD 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научный contribution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FT (Эксп.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AutoText2SQL (Эксп.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Объём данных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10 000 человеческих пар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автогенерированных пар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Разметка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Ручная (дни — недели)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Полностью автоматическая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Применимость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под BIRD-БД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 PostgreSQL-БД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с нуля под новую БД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Недели разметки + обучение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30 минут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на BIRD card_games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одной БД автоматически сгенерированной синтетики достаточно,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воспроизвести качество classical FT по всему BIRD,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этом снять зависимость от человеческой разметки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AutoText2SQL  ·  DeepPavlov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сделано · Что дальше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автономный пайплайн (CLI, 7 команд)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итерации экспериментов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vLLM-серверинг + MCP-обёртка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loop через failed-queries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unit-тестов + документация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Сопоставимость с classical full-BIRD FT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 на enterprise-БД (30+ таблиц)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RLAIF поверх SFT-адаптера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target_count под complexity_score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PII в low_cardinality перед отправкой в LLM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реальной BI-системой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на MySQL / Snowflake / BigQuery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371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AutoText2SQL — Autonomous Text2SQL pipeline</dc:title>
  <dc:subject>PptxGenJS Presentation</dc:subject>
  <dc:creator>AutoText2SQL</dc:creator>
  <cp:lastModifiedBy>AutoText2SQL</cp:lastModifiedBy>
  <cp:revision>1</cp:revision>
  <dcterms:created xsi:type="dcterms:W3CDTF">2026-06-06T07:45:38Z</dcterms:created>
  <dcterms:modified xsi:type="dcterms:W3CDTF">2026-06-06T07:45:38Z</dcterms:modified>
</cp:coreProperties>
</file>